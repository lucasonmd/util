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옵션 --domain N --connect 를 주면 시작과 동시에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화면 구성 — ① 툴바   ② 토픽/Writer 트리   ③ 캡처 그리드 (최신이 위)   ④ 선택한 샘플 필드   ⑤ 상태바</a:t>
            </a:r>
          </a:p>
        </p:txBody>
      </p:sp>
      <p:pic>
        <p:nvPicPr>
          <p:cNvPr id="3" name="Picture 2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82040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85800" y="6343650"/>
            <a:ext cx="10820400" cy="15875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97550" y="7874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377950" y="33782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3225800" y="1104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0306050" y="563245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2349500" y="62230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연결 — ① Domain 번호 입력 후 Connect   ② 이미 발행 중인 토픽까지 자동 표시, 수신 시작   ③ 연결 상태</a:t>
            </a:r>
          </a:p>
        </p:txBody>
      </p:sp>
      <p:pic>
        <p:nvPicPr>
          <p:cNvPr id="3" name="Picture 2" descr="re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82040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85800" y="812800"/>
            <a:ext cx="1663700" cy="2032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4650"/>
            <a:ext cx="1663700" cy="5969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43650"/>
            <a:ext cx="952500" cy="15875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1300" y="977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413000" y="18161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701800" y="6184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툴바 버튼</a:t>
            </a:r>
          </a:p>
        </p:txBody>
      </p:sp>
      <p:pic>
        <p:nvPicPr>
          <p:cNvPr id="3" name="Picture 2" descr="tool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62000"/>
            <a:ext cx="10820400" cy="609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5600"/>
          <a:ext cx="10820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3500"/>
                <a:gridCol w="8216900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동작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Connect / Disconnect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도메인 연결 / 해제. 해제해도 캡처한 샘플은 남음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View Pause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화면만 멈춤. 수신과 저장은 계속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Capture Pause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저장만 멈춤. 연결과 토픽 탐색은 유지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Live Follow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켜면 최신 샘플을 따라감, 끄면 보던 위치 유지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Clear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캡처한 샘플 전부 삭제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Save CSV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현재 필터에 맞는 샘플을 CSV로 저장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Memory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캡처 메모리 상한. 넘으면 오래된 샘플부터 삭제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Search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이름이나 값으로 간단히 찾기</a:t>
                      </a: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토픽별 보기 — ① 토픽 클릭: 그 토픽만, 필드별 컬럼   ② 새 샘플 수, 누르면 최신으로   ③ 전체 보기</a:t>
            </a:r>
          </a:p>
        </p:txBody>
      </p:sp>
      <p:pic>
        <p:nvPicPr>
          <p:cNvPr id="3" name="Picture 2" descr="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82040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85800" y="1968500"/>
            <a:ext cx="16510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65600" y="1333500"/>
            <a:ext cx="19050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1550" y="1174750"/>
            <a:ext cx="7239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92300" y="1174750"/>
            <a:ext cx="4064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00300" y="192405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134100" y="128905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274050" y="11303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574800" y="11303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필터 — ① 조건에 맞는 행만 표시 (캡처는 그대로, Clear로 해제)   ② 문법표 (다음 장)</a:t>
            </a:r>
          </a:p>
        </p:txBody>
      </p:sp>
      <p:pic>
        <p:nvPicPr>
          <p:cNvPr id="3" name="Picture 2" descr="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82040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2241550" y="984250"/>
            <a:ext cx="29718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984250"/>
            <a:ext cx="165100" cy="1651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41800" y="1104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5715000" y="9398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필터 문법 (? 버튼)</a:t>
            </a:r>
          </a:p>
        </p:txBody>
      </p:sp>
      <p:pic>
        <p:nvPicPr>
          <p:cNvPr id="3" name="Picture 2" descr="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418465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276850" y="685800"/>
            <a:ext cx="62293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자주 쓰는 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6850" y="1066800"/>
            <a:ext cx="6229350" cy="2667000"/>
          </a:xfrm>
          <a:prstGeom prst="rect">
            <a:avLst/>
          </a:prstGeom>
          <a:solidFill>
            <a:srgbClr val="F3F3F3"/>
          </a:solidFill>
        </p:spPr>
        <p:txBody>
          <a:bodyPr wrap="square" lIns="152400" rIns="152400" tIns="152400" bIns="152400">
            <a:spAutoFit/>
          </a:bodyPr>
          <a:lstStyle/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topic == "C_Rotational_Mount"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data.SourceID == 3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data.Info &gt;= 10 &amp;&amp; data.SourceID == 1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writer contains "Writer01"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data.Status == Tracking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222222"/>
                </a:solidFill>
                <a:latin typeface="Consolas"/>
              </a:rPr>
              <a:t>!(topic contains "Mount")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6850" y="3937000"/>
            <a:ext cx="622935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555555"/>
                </a:solidFill>
                <a:latin typeface="맑은 고딕"/>
              </a:rPr>
              <a:t>필드는 data.필드명, 중첩은 data.Position.X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555555"/>
                </a:solidFill>
                <a:latin typeface="맑은 고딕"/>
              </a:rPr>
              <a:t>대소문자 구분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4800"/>
            <a:ext cx="10820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연결 해제 — ① Disconnect: 수신 중지, 캡처는 유지   ② Rx 0/s   · 다시 Connect하면 토픽 재탐색 후 수신</a:t>
            </a:r>
          </a:p>
        </p:txBody>
      </p:sp>
      <p:pic>
        <p:nvPicPr>
          <p:cNvPr id="3" name="Picture 2" descr="dis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0820400" cy="5816600"/>
          </a:xfrm>
          <a:prstGeom prst="rect">
            <a:avLst/>
          </a:prstGeom>
          <a:ln w="6350">
            <a:solidFill>
              <a:srgbClr val="CCCCC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85800" y="812800"/>
            <a:ext cx="1663700" cy="20320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43650"/>
            <a:ext cx="1663700" cy="15875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51700" y="6343650"/>
            <a:ext cx="1117600" cy="158750"/>
          </a:xfrm>
          <a:prstGeom prst="rect">
            <a:avLst/>
          </a:prstGeom>
          <a:noFill/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1300" y="977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413000" y="6184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972300" y="6184900"/>
            <a:ext cx="254000" cy="2540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